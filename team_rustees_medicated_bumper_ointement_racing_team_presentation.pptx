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AE90-9AB8-3259-01A5-92B95FC3E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28961-C96C-1D80-756B-C02EF18A4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FE07A-0F99-DC4C-3DB6-B5C0728C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E8F0F-E99A-0311-4CDB-29838A6B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F2876-5C42-AF87-140D-D6605EBE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47F8-69BB-776E-8204-F006F745B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AC90-5178-8F5F-8D84-251444707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FC778-3632-6354-B63F-4530349D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4850B-0191-0324-EA81-4AF332C1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9E589-020D-CD7D-9128-3547C410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7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0685-7C2A-0AA1-72C9-69F26546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1E838-FB5C-B483-2A5A-33C4028C4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ECB6D-53FF-F90D-6F0C-586F988D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8A1F7-6833-DFB7-2DFE-A2FF5AF0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DD524-F03F-B435-F6C9-E1F53877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3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6545-FB58-7060-300E-4C6B2F3E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4EF49-BAFB-7721-D218-F74F5EDA6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41C5C-CF9A-5A88-E47B-6AD45EBC6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9D04A-2B57-AB3C-77AD-C532273D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9E6C1-3233-8070-4A43-E434737E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49ADE-CA2B-D8FB-0492-FA00EC23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1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220B4-91B3-D9EB-BB26-0BB65F37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7D9C6-D9A7-D7DB-EDE9-062115405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30B5C-5EFD-19FE-D992-9D2223D107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918B6-B785-BF29-DEC8-5535717D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529F0-9FEF-877F-CE7C-60FBD2908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A4070-9CD8-CE8C-23FB-EC9685A8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A763E-0897-97B8-3CAF-3A908EA8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2473E-6A53-55C5-38B7-B7B61113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B406-2862-BD2A-E603-EBBF5E9A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FF4D8-E776-476D-214F-BD474B81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3EEED-C06F-6035-A431-62BEDCE21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9EBA0-0F2E-F5BB-9BC2-1FC41E60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6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DAB8E-8ACF-A3B1-ADCE-D296BAA3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ABD75-BB16-8EB7-935D-9CBE1EA0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83599-B940-EEDC-8AE2-A5DAAE51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5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3B51-B431-E347-7106-6D02C568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A9302-175E-88C2-6FBD-96720FF34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8BB39-DF51-EC04-9CDD-4DE7EFF8F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29EDC-8674-EB86-F242-04E66D17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F8924-A6B2-316B-88EE-AF325685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D49EE-1A28-EA28-D263-9ACAF81A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92C2-84BA-5FF3-3654-65352028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5CC31-2F81-352D-68C4-C5ECAE36A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C19DF-36ED-4B12-2486-1053F44A1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BD551-A424-4C5C-2D30-4AE19841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E7FEC-E2CE-B832-8BD7-17BE40E78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856E0-88F4-BD67-BFFC-3D0AD187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E263-171C-DD63-1D94-F516F45C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E18B8-E3B2-CF55-B7B2-926F201A6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44935-6B02-B42A-0113-ECA3B418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E0963-D04B-8CF4-3608-8B055925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B7DB7-94F1-0A60-3A6C-637D655E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8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CDF364-456B-85E9-E822-B166B3114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C8B50-FD6D-CE13-2225-A787BC58B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FF344-D106-9381-B5A3-0100B487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65FC-3433-748D-452A-1393A8C5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597C9-48B6-6C4D-E239-9349EB11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2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75273E-813F-954A-63C3-1061458B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D3EFA-B691-5152-759E-2B9864454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5FE08-1DE4-0C91-F7A0-E80E99B72A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D6C1B-1555-4B65-9BAB-61153F49B05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B8B1B-501C-FE7E-6DDD-5EAC38239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C0BA-B5EE-FF63-EBB8-3BB287A57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7DFCA-CA24-47AF-8A47-052B46A18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4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AB025-962B-6DA2-8CB4-AE5E4E9A3F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65362-36EE-F3D7-6B0C-719B9A4D0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6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United States Naval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Ting, Colby Midn USN USNA Annapolis</dc:creator>
  <cp:lastModifiedBy>Ting, Colby Midn USN USNA Annapolis</cp:lastModifiedBy>
  <cp:revision>1</cp:revision>
  <dcterms:created xsi:type="dcterms:W3CDTF">2026-09-24T15:09:30Z</dcterms:created>
  <dcterms:modified xsi:type="dcterms:W3CDTF">2026-09-24T15:10:31Z</dcterms:modified>
</cp:coreProperties>
</file>